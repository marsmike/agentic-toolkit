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pyramid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value hierarchy.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Apex line.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Apex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the top tier.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Middle line.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Middle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the middle tier.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Base line.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the base tier.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