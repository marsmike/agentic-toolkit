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0B1A33">
                    <a:alpha val="22000"/>
                  </a:srgbClr>
                </a:solidFill>
                <a:latin typeface="Noto San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5A6478"/>
                </a:solidFill>
                <a:latin typeface="Noto Sa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0B1A3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Noto San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0B1A33"/>
                </a:solidFill>
                <a:latin typeface="Noto San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0B1A33"/>
                </a:solidFill>
                <a:latin typeface="Noto Sa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0B1A33"/>
                </a:solidFill>
                <a:latin typeface="Noto San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0B1A33"/>
                </a:solidFill>
                <a:latin typeface="Noto 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0B1A33"/>
                </a:solidFill>
                <a:latin typeface="Noto Sa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Noto San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9A24A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1A33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D3A52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8F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1A33"/>
                </a:solidFill>
                <a:latin typeface="Noto San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D6D1C2"/>
          </a:solidFill>
          <a:ln w="635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D3A52"/>
                </a:solidFill>
                <a:latin typeface="Noto Sa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0B1A33"/>
                </a:solidFill>
                <a:latin typeface="Noto San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0B1A33"/>
                </a:solidFill>
                <a:latin typeface="Noto San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9A24A"/>
                </a:solidFill>
                <a:latin typeface="Noto Sa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Noto 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0B1A33"/>
                </a:solidFill>
                <a:latin typeface="Noto Sans Light"/>
              </a:rPr>
              <a:t>Thank you.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Feinschliff · v0.1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0B1A33"/>
      </a:dk1>
      <a:lt1>
        <a:sysClr val="window" lastClr="FFFFFF"/>
      </a:lt1>
      <a:dk2>
        <a:srgbClr val="0B1A33"/>
      </a:dk2>
      <a:lt2>
        <a:srgbClr val="FAF8F3"/>
      </a:lt2>
      <a:accent1>
        <a:srgbClr val="C9A24A"/>
      </a:accent1>
      <a:accent2>
        <a:srgbClr val="E4C27A"/>
      </a:accent2>
      <a:accent3>
        <a:srgbClr val="2D3A52"/>
      </a:accent3>
      <a:accent4>
        <a:srgbClr val="5A6478"/>
      </a:accent4>
      <a:accent5>
        <a:srgbClr val="A9BCD6"/>
      </a:accent5>
      <a:accent6>
        <a:srgbClr val="D6D1C2"/>
      </a:accent6>
      <a:hlink>
        <a:srgbClr val="8A6F2E"/>
      </a:hlink>
      <a:folHlink>
        <a:srgbClr val="C9A24A"/>
      </a:folHlink>
    </a:clrScheme>
    <a:fontScheme name="Feinschliff">
      <a:majorFont>
        <a:latin typeface="Noto Sans" panose="020B0604020202020204"/>
        <a:ea typeface=""/>
        <a:cs typeface=""/>
      </a:majorFont>
      <a:minorFont>
        <a:latin typeface="Noto 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