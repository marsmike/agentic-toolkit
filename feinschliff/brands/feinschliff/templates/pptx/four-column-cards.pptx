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4-column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Phase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Phase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Phase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Phase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Lead sentence for phase four.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