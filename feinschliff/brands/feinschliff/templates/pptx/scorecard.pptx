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scorecard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portfolio health.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Workstream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Workstream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Workstream 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Workstream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Annotation for cell P3 / row 1.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Annotation for cell P3 / row 2.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Annotation for cell P3 / row 3.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Annotation for cell P3 / row 4.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