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title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Title with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Logo and page meta sit on 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