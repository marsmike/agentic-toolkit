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Venn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takeaway about the intersection of three sets.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Set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Description 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Set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Description 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Set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Description 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Overlap A∩B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Overlap B∩C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Overlap A∩C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Center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A∩B∩C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A × B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Overlap label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A × B intersection.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B × 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Overlap label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B × C intersection.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A × C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Overlap label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A × C intersection.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Triple overlap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Description of the central intersection.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