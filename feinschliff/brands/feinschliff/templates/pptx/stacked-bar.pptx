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stacked bar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mix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P5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Series A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Series B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Series 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Series D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