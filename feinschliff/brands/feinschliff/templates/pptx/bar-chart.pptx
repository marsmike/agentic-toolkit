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bar 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from the chart.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