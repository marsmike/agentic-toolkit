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process flow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stages, one highlighted as active.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Stage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stage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stage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Stage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Description for stage 3.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Stage 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stage 4.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Stage 5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Description for stage 5.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