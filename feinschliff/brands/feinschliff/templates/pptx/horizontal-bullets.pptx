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horizontal bullets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structured takeaways across one row.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Heading 1.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Heading 2.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Heading 3.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