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key takeaways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 from this section.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Takeaway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One- or two-sentence elaboration of the first takeaway.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Role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Takeaway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One- or two-sentence elaboration of the second takeaway.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Role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Takeaway 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One- or two-sentence elaboration of the third takeaway.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Role</a:t>
            </a:r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