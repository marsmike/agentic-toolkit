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Layout · executive summary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One-line summary statement that frames the entire deck.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Two-to-three-sentence paragraph that elaborates on the headline and points to the supporting evidence.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Insight 1.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Description of insight 1.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Insight 2.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Description of insight 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Insight 3.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Description of insight 3.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Insight 4.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Description of insight 4.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Next step 1.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Description of next step 1.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Next step 2.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Description of next step 2.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Next step 3.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Description of next step 3.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Next step 4.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Description of next step 4.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+5.1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KPI label 1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2.4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M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idx="5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KPI label 2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idx="56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37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5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/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idx="5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KPI label 3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