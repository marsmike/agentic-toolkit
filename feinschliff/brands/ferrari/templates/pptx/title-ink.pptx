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Layout · title ink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Title slide,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dark variant.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