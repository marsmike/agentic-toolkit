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Headline takeaway about the table data.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Column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Column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Column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Column 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Column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Row 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Row 2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Row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Row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Row 5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idx="5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Cell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