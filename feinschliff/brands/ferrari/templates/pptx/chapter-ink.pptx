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chapter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Chapter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Picture.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