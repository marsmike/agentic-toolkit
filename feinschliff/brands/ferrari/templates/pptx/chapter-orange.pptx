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Layout · chapter accent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Chapter.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