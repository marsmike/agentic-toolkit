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vertical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Six numbered rows, plan-of-record style.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Subtitle line one.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04.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05.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06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06.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Subtitle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