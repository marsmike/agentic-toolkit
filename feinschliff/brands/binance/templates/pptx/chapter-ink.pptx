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chapter ink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Chapter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&amp; Picture.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