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2×2 matrix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Headline takeaway about prioritisation.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Top-right item.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High-impact, low-effort initiative.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Top-left item.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High-impact, high-effort initiative.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Bottom-right item.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Low-impact, low-effort initiative.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Bottom-left item.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Low-impact, high-effort initiative.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