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horizontal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structured takeaways across one row.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Heading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Bullet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Heading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Bullet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Heading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Bullet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