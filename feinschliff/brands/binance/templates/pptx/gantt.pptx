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Gantt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Headline takeaway about the delivery plan.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Workstream 1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Team 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Workstream 2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Team B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Workstream 3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Team C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Workstream 4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Team 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Milestone 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Milestone 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Milestone 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