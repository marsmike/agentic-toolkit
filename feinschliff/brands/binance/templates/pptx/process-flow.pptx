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process flow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stages, one highlighted as active.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Stage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Description for stage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Description for stage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Stage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Description for stage 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Stage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Description for stage 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Stage 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Description for stage 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