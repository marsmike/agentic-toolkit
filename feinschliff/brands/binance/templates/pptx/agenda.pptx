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agenda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Agenda placeholder.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Item 01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Description for item 01.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Item 02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Description for item 02.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Item 03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Description for item 03.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Item 04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Description for item 04.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Item 05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Description for item 05.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Item 06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Description for item 06.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