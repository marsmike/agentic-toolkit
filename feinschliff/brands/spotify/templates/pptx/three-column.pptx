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3-column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Column one.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the first column.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Column two.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the second column.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Column three.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Description for the third column.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