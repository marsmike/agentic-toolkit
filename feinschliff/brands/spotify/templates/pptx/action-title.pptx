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Layout · action 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Full-sentence takeaway that states the recommendation directly.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Supporting paragraph that explains the evidence behind the recommendation in two or three sentences.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KPI label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Caption 1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KPI label 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Caption 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