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4-column cards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Phase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Lead sentence for phase one.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Supporting detail.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Phase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Lead sentence for phase two.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Supporting detail.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Phase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Lead sentence for phase three.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Supporting detail.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Phase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Lead sentence for phase four.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Supporting detail.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