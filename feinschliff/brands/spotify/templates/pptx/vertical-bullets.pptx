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vertical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Six numbered rows, plan-of-record style.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Subtitle line one.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Item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item 01.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Item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item 02.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Item 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item 03.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Item 04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item 04.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Item 05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item 05.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Item 06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item 06.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Subtitle line two.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