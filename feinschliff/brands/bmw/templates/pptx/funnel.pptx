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funnel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about the funnel drop-off.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Description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Description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Stage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Description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62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Stage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Description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36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Stage 1 → 2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Annotation explaining the largest drop-off.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Stage 3 → 4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Annotation explaining the secondary drop-off.</a:t>
            </a:r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