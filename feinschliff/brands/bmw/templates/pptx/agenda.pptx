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Layout · 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Agenda placeholder.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Item 01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for item 01.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Item 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for item 02.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Item 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for item 03.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Item 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for item 04.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Item 05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for item 05.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Item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for item 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