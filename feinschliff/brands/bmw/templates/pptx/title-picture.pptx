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Layout · title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Title with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Full-bleed image on the right half, title stacked on the left. Logo and page meta sit on 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