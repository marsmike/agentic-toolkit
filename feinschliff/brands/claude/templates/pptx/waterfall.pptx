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waterfall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about the bridge.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Base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Step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Step 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Step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Step 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Step 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Total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