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2-column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Column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Lead sentence for the first column.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Supporting detail line two.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Column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Lead sentence for the second column.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Supporting detail line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