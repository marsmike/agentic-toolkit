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Text paired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picture.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Body copy on one side, image frame on the other. Replace via /deck.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