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141413">
                    <a:alpha val="22000"/>
                  </a:srgbClr>
                </a:solidFill>
                <a:latin typeface="Copernicu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6C6A64"/>
                </a:solidFill>
                <a:latin typeface="JetBrai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Copernicu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141413"/>
                </a:solidFill>
                <a:latin typeface="Copernicu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141413"/>
                </a:solidFill>
                <a:latin typeface="JetBrai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141413"/>
                </a:solidFill>
                <a:latin typeface="Copernicu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141413"/>
                </a:solidFill>
                <a:latin typeface="Copernicu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141413"/>
                </a:solidFill>
                <a:latin typeface="JetBrai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Copernicu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C785C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14141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5252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9F5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DFD8"/>
          </a:solidFill>
          <a:ln w="6350">
            <a:solidFill>
              <a:srgbClr val="8E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52523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141413"/>
                </a:solidFill>
                <a:latin typeface="Copernicu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141413"/>
                </a:solidFill>
                <a:latin typeface="Copernicu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C785C"/>
                </a:solidFill>
                <a:latin typeface="JetBrai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Copernicu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components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UI library preview.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141413"/>
      </a:dk1>
      <a:lt1>
        <a:sysClr val="window" lastClr="FFFFFF"/>
      </a:lt1>
      <a:dk2>
        <a:srgbClr val="141413"/>
      </a:dk2>
      <a:lt2>
        <a:srgbClr val="FAF9F5"/>
      </a:lt2>
      <a:accent1>
        <a:srgbClr val="CC785C"/>
      </a:accent1>
      <a:accent2>
        <a:srgbClr val="E8A55A"/>
      </a:accent2>
      <a:accent3>
        <a:srgbClr val="252523"/>
      </a:accent3>
      <a:accent4>
        <a:srgbClr val="6C6A64"/>
      </a:accent4>
      <a:accent5>
        <a:srgbClr val="8E8B82"/>
      </a:accent5>
      <a:accent6>
        <a:srgbClr val="E6DFD8"/>
      </a:accent6>
      <a:hlink>
        <a:srgbClr val="A9583E"/>
      </a:hlink>
      <a:folHlink>
        <a:srgbClr val="CC785C"/>
      </a:folHlink>
    </a:clrScheme>
    <a:fontScheme name="Feinschliff">
      <a:majorFont>
        <a:latin typeface="Copernicus" panose="020B0604020202020204"/>
        <a:ea typeface=""/>
        <a:cs typeface=""/>
      </a:majorFont>
      <a:minorFont>
        <a:latin typeface="Copernicu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