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Claude · Showcase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Copernicu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141413">
                    <a:alpha val="22000"/>
                  </a:srgbClr>
                </a:solidFill>
                <a:latin typeface="Copernicu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141413"/>
                </a:solidFill>
                <a:latin typeface="Copernicu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6C6A64"/>
                </a:solidFill>
                <a:latin typeface="JetBrai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141413"/>
                </a:solidFill>
                <a:latin typeface="Copernicu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141413"/>
                </a:solidFill>
                <a:latin typeface="Copernicu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141413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Copernicu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141413"/>
                </a:solidFill>
                <a:latin typeface="Copernicu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52523"/>
                </a:solidFill>
                <a:latin typeface="JetBrai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141413"/>
                </a:solidFill>
                <a:latin typeface="Copernicu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141413"/>
                </a:solidFill>
                <a:latin typeface="JetBrai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C78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141413"/>
                </a:solidFill>
                <a:latin typeface="Copernicu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141413"/>
                </a:solidFill>
                <a:latin typeface="Copernicu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141413"/>
                </a:solidFill>
                <a:latin typeface="Copernicu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52523"/>
                </a:solidFill>
                <a:latin typeface="Copernicu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52523"/>
                </a:solidFill>
                <a:latin typeface="JetBrai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A9583E"/>
                </a:solidFill>
                <a:latin typeface="JetBrai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C785C"/>
                </a:solidFill>
                <a:latin typeface="JetBrai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525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52523"/>
                </a:solidFill>
                <a:latin typeface="JetBrai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141413"/>
                </a:solidFill>
                <a:latin typeface="JetBrai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52523"/>
                </a:solidFill>
                <a:latin typeface="Copernicu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52523"/>
                </a:solidFill>
                <a:latin typeface="JetBrai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6C6A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141413"/>
                </a:solidFill>
                <a:latin typeface="JetBrai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141413"/>
                </a:solidFill>
                <a:latin typeface="JetBrai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52523"/>
                </a:solidFill>
                <a:latin typeface="JetBrai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A9583E"/>
                </a:solidFill>
                <a:latin typeface="JetBrai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141413"/>
                </a:solidFill>
                <a:latin typeface="Copernicu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JetBrai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141413"/>
                </a:solidFill>
                <a:latin typeface="Copernicu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141413"/>
                </a:solidFill>
                <a:latin typeface="JetBrai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52523"/>
                </a:solidFill>
                <a:latin typeface="JetBrai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141413"/>
                </a:solidFill>
                <a:latin typeface="Copernicu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Copernicu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1414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FFFFFF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FFFFFF"/>
                </a:solidFill>
                <a:latin typeface="JetBrai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Copernicu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Copernicu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8E8B82"/>
                </a:solidFill>
                <a:latin typeface="Copernicu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6C6A64"/>
                </a:solidFill>
                <a:latin typeface="JetBrai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C785C"/>
                </a:solidFill>
                <a:latin typeface="JetBrai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141413"/>
                </a:solidFill>
                <a:latin typeface="Copernicu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52523"/>
                </a:solidFill>
                <a:latin typeface="Copernicu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141413"/>
                </a:solidFill>
                <a:latin typeface="Copernicu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52523"/>
                </a:solidFill>
                <a:latin typeface="JetBrai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52523"/>
                </a:solidFill>
                <a:latin typeface="JetBrai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C78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52523"/>
                </a:solidFill>
                <a:latin typeface="JetBrai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141413"/>
                </a:solidFill>
                <a:latin typeface="Copernicu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525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52523"/>
                </a:solidFill>
                <a:latin typeface="JetBrai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141413"/>
                </a:solidFill>
                <a:latin typeface="Copernicu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52523"/>
                </a:solidFill>
                <a:latin typeface="Copernicu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8A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52523"/>
                </a:solidFill>
                <a:latin typeface="JetBrai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141413"/>
                </a:solidFill>
                <a:latin typeface="JetBrai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C785C"/>
                </a:solidFill>
                <a:latin typeface="JetBrai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JetBrai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141413"/>
                </a:solidFill>
                <a:latin typeface="JetBrai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52523"/>
                </a:solidFill>
                <a:latin typeface="JetBrai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141413"/>
                </a:solidFill>
                <a:latin typeface="Copernicu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52523"/>
                </a:solidFill>
                <a:latin typeface="Copernicu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141413"/>
                </a:solidFill>
                <a:latin typeface="Copernicu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52523"/>
                </a:solidFill>
                <a:latin typeface="JetBrai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C785C"/>
                </a:solidFill>
                <a:latin typeface="Copernicu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52523"/>
                </a:solidFill>
                <a:latin typeface="Copernicu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141413"/>
                </a:solidFill>
                <a:latin typeface="Copernicu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C785C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14141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52523">
              <a:alpha val="50000"/>
            </a:srgbClr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9F5"/>
          </a:solidFill>
          <a:ln w="12700">
            <a:solidFill>
              <a:srgbClr val="1414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52523"/>
                </a:solidFill>
                <a:latin typeface="JetBrai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141413"/>
                </a:solidFill>
                <a:latin typeface="Copernicu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52523"/>
                </a:solidFill>
                <a:latin typeface="JetBrai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C785C"/>
                </a:solidFill>
                <a:latin typeface="JetBrai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141413"/>
                </a:solidFill>
                <a:latin typeface="Copernicu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52523"/>
                </a:solidFill>
                <a:latin typeface="Copernicu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E6DFD8"/>
          </a:solidFill>
          <a:ln w="6350">
            <a:solidFill>
              <a:srgbClr val="8E8B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52523"/>
                </a:solidFill>
                <a:latin typeface="JetBrai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141413"/>
                </a:solidFill>
                <a:latin typeface="JetBrai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141413"/>
                </a:solidFill>
                <a:latin typeface="Copernicu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52523"/>
                </a:solidFill>
                <a:latin typeface="Copernicu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E6DFD8"/>
            </a:fgClr>
            <a:bgClr>
              <a:srgbClr val="FAF9F5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52523"/>
                </a:solidFill>
                <a:latin typeface="JetBrai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58876" y="442976"/>
            <a:ext cx="117348" cy="117348"/>
          </a:xfrm>
          <a:custGeom>
            <a:avLst/>
            <a:gdLst/>
            <a:ahLst/>
            <a:cxnLst/>
            <a:rect l="l" t="t" r="r" b="b"/>
            <a:pathLst>
              <a:path w="117348" h="117348">
                <a:moveTo>
                  <a:pt x="58674" y="0"/>
                </a:moveTo>
                <a:lnTo>
                  <a:pt x="64262" y="53086"/>
                </a:lnTo>
                <a:lnTo>
                  <a:pt x="117348" y="58674"/>
                </a:lnTo>
                <a:lnTo>
                  <a:pt x="64262" y="64262"/>
                </a:lnTo>
                <a:lnTo>
                  <a:pt x="58674" y="117348"/>
                </a:lnTo>
                <a:lnTo>
                  <a:pt x="53086" y="64262"/>
                </a:lnTo>
                <a:lnTo>
                  <a:pt x="0" y="58674"/>
                </a:lnTo>
                <a:lnTo>
                  <a:pt x="53086" y="53086"/>
                </a:lnTo>
                <a:close/>
              </a:path>
            </a:pathLst>
          </a:custGeom>
          <a:solidFill>
            <a:srgbClr val="1414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3600" y="406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spc="-12">
                <a:solidFill>
                  <a:srgbClr val="141413"/>
                </a:solidFill>
                <a:latin typeface="Copernicus"/>
              </a:rPr>
              <a:t>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45">
                <a:solidFill>
                  <a:srgbClr val="141413"/>
                </a:solidFill>
                <a:latin typeface="JetBrai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141413"/>
                </a:solidFill>
                <a:latin typeface="JetBrai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141413"/>
                </a:solidFill>
                <a:latin typeface="JetBrai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141413"/>
                </a:solidFill>
                <a:latin typeface="JetBrai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141413"/>
                </a:solidFill>
                <a:latin typeface="Copernicu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8E8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C78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52523"/>
                </a:solidFill>
                <a:latin typeface="JetBrai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A9583E"/>
                </a:solidFill>
                <a:latin typeface="JetBrai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141413"/>
                </a:solidFill>
                <a:latin typeface="Copernicu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52523"/>
                </a:solidFill>
                <a:latin typeface="JetBrai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C785C"/>
                </a:solidFill>
                <a:latin typeface="JetBrai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Copernicu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C785C"/>
                </a:solidFill>
                <a:latin typeface="JetBrains Mono"/>
              </a:rPr>
              <a:t>Layout · chapter ink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Chapter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Copernicus Light"/>
              </a:rPr>
              <a:t>&amp; Picture.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141413"/>
      </a:dk1>
      <a:lt1>
        <a:sysClr val="window" lastClr="FFFFFF"/>
      </a:lt1>
      <a:dk2>
        <a:srgbClr val="141413"/>
      </a:dk2>
      <a:lt2>
        <a:srgbClr val="FAF9F5"/>
      </a:lt2>
      <a:accent1>
        <a:srgbClr val="CC785C"/>
      </a:accent1>
      <a:accent2>
        <a:srgbClr val="E8A55A"/>
      </a:accent2>
      <a:accent3>
        <a:srgbClr val="252523"/>
      </a:accent3>
      <a:accent4>
        <a:srgbClr val="6C6A64"/>
      </a:accent4>
      <a:accent5>
        <a:srgbClr val="8E8B82"/>
      </a:accent5>
      <a:accent6>
        <a:srgbClr val="E6DFD8"/>
      </a:accent6>
      <a:hlink>
        <a:srgbClr val="A9583E"/>
      </a:hlink>
      <a:folHlink>
        <a:srgbClr val="CC785C"/>
      </a:folHlink>
    </a:clrScheme>
    <a:fontScheme name="Feinschliff">
      <a:majorFont>
        <a:latin typeface="Copernicus" panose="020B0604020202020204"/>
        <a:ea typeface=""/>
        <a:cs typeface=""/>
      </a:majorFont>
      <a:minorFont>
        <a:latin typeface="Copernicu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