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Title slide,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dark variant.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Title with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Chapter.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Chapter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KPI grid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third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Text paired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UI library preview.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Attribution ·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 · v0.1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secondary drop-off.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base 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Subtitle line two.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