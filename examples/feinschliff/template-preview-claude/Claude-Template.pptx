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title accent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Layout · title ink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Title slide,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dark variant.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title +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Title with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picture.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Logo and page meta sit on top.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agenda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Agenda placeholder.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Item 01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for item 01.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Item 02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for item 02.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Item 03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for item 03.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Item 04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for item 04.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Item 05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for item 05.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Item 06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for item 06.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chapter accent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Chapter.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Layout · chapter ink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Chapter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Picture.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KPI grid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Headline numbers.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Metric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Caption 1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Metric 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Caption 2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Metric 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Caption 3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Metric 4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Caption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2-column cards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columns.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Column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Lead sentence for the first column.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Supporting detail line two.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Column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Lead sentence for the second column.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Supporting detail line two.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3-column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columns.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Column one.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Description for the first column.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Column two.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Description for the second column.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Column three.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Description for the third column.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4-column cards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columns.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Phase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Lead sentence for phase one.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Supporting detail.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Phase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Lead sentence for phase two.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Supporting detail.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Phase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Lead sentence for phase three.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Supporting detail.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Phase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Lead sentence for phase four.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Supporting detail.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Text paired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picture.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Body copy on one side, image frame on the other. Replace via /deck.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bar chart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Headline takeaway from the chart.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Bar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Bar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Bar 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Bar 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components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UI library preview.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“A short, memorable line that earns its full slide.”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Attribution · placeholder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 · v0.1 ·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funnel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Headline takeaway about the funnel drop-off.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Stage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Description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Stage 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Description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Stage 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Description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Stage 4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Description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36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Stage 1 → 2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Annotation explaining the largest drop-off.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Stage 3 → 4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Annotation explaining the secondary drop-off.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line chart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Headline takeaway from the trend over time.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P1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P2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P3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P4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P5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Series A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Series B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waterfall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Headline takeaway about the bridge.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Base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Step 1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Step 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Step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Step 4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Step 5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Total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stacked bar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Headline takeaway about the mix over time.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P1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P2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P3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P4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P5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Series A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Series B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Series 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Series D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2×2 matrix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Headline takeaway about prioritisation.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Top-right item.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High-impact, low-effort initiative.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Top-left item.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High-impact, high-effort initiative.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Bottom-right item.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Low-impact, low-effort initiative.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Bottom-left item.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Low-impact, high-effort initiative.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Gantt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Headline takeaway about the delivery plan.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Workstream 1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Team 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Workstream 2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Team B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Workstream 3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Team C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Workstream 4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Team D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Milestone 1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Milestone 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Milestone 3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Venn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Headline takeaway about the intersection of three sets.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Set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Description 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Set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Description B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Set 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Description C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Overlap A∩B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Overlap B∩C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Overlap A∩C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Center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A∩B∩C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A × B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Overlap label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Description of the A × B intersection.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B × 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Overlap label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Description of the B × C intersection.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A × C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4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Overlap label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Description of the A × C intersection.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Triple overlap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Description of the central intersection.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scorecard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Headline takeaway about portfolio health.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P1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P2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P3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P4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Workstream 1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Workstream 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Workstream 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Workstream 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Annotation for cell P3 / row 1.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Annotation for cell P3 / row 2.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Annotation for cell P3 / row 3.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Annotation for cell P3 / row 4.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pyramid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Headline takeaway about the value hierarchy.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Apex line.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Apex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of the top tier.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Middle line.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Middle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of the middle tier.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Base line.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of the base tier.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process flow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stages, one highlighted as active.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Stage 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Description for stage 1.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Stage 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Description for stage 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Stage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Description for stage 3.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Stage 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Description for stage 4.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Stage 5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Description for stage 5.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graphical bars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Headline takeaway from the chart.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Bar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Bar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Bar 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Bar 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Layout · action 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Full-sentence takeaway that states the recommendation directly.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Supporting paragraph that explains the evidence behind the recommendation in two or three sentences.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KPI label 1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Caption 1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KPI label 2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Caption 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horizontal bullets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structured takeaways across one row.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Heading 1.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Bullet 1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Bullet 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Bullet 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Heading 2.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Bullet 1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Bullet 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Bullet 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Heading 3.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Bullet 1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Bullet 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Bullet 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vertical bullets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Six numbered rows, plan-of-record style.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Subtitle line one.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Item 01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for item 01.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Item 02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for item 02.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Item 03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for item 03.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Item 04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for item 04.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Item 05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for item 05.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Item 06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for item 06.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Subtitle line two.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table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Headline takeaway about the table data.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Column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Column 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Column 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Column 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Column 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Row 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Row 2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Row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Row 4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Row 5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49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57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idx="59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Layout · key takeaways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 from this section.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Takeaway 1.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One- or two-sentence elaboration of the first takeaway.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Role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Takeaway 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One- or two-sentence elaboration of the second takeaway.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Role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Takeaway 3.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One- or two-sentence elaboration of the third takeaway.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Role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executive summary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One-line summary statement that frames the entire deck.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Two-to-three-sentence paragraph that elaborates on the headline and points to the supporting evidence.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Insight 1.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of insight 1.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Insight 2.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of insight 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Insight 3.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of insight 3.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Insight 4.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of insight 4.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Next step 1.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of next step 1.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Next step 2.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of next step 2.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Next step 3.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of next step 3.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Next step 4.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of next step 4.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+5.1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KPI label 1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2.4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M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KPI label 2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37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5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/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KPI label 3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